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Multilingual News
Publishing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651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1">
                <a:solidFill>
                  <a:srgbClr val="90E0EF"/>
                </a:solidFill>
              </a:rPr>
              <a:t>For Independent Reporter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246120"/>
            <a:ext cx="5486400" cy="45720"/>
          </a:xfrm>
          <a:prstGeom prst="rect">
            <a:avLst/>
          </a:prstGeom>
          <a:solidFill>
            <a:srgbClr val="FFD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3429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AD9E8"/>
                </a:solidFill>
              </a:rPr>
              <a:t>MCA Semester 4  •  Major Project 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4572000"/>
            <a:ext cx="118872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459028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React.js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4572000"/>
            <a:ext cx="118872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83080" y="459028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Node.js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4572000"/>
            <a:ext cx="118872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79" y="459028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MongoDB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4572000"/>
            <a:ext cx="118872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459028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i18next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4572000"/>
            <a:ext cx="118872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7880" y="459028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JWT Auth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00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AD9E8"/>
                </a:solidFill>
              </a:rPr>
              <a:t>Slide 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🌐  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AD9E8"/>
                </a:solidFill>
              </a:rPr>
              <a:t>A full-stack web application enabling multilingual news publishing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CAD9E8"/>
                </a:solidFill>
              </a:rPr>
              <a:t>✦  Single authenticated reporter publishes news in English, Hindi, or Marathi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CAD9E8"/>
                </a:solidFill>
              </a:rPr>
              <a:t>✦  Auto-translation engine converts articles to all 3 languages automatically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CAD9E8"/>
                </a:solidFill>
              </a:rPr>
              <a:t>✦  Guest users browse, filter, and read news — no login required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CAD9E8"/>
                </a:solidFill>
              </a:rPr>
              <a:t>✦  Coverage categories: Local · National · International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CAD9E8"/>
                </a:solidFill>
              </a:rPr>
              <a:t>✦  Dynamic language switching — readers pick their preferred language in real time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CAD9E8"/>
                </a:solidFill>
              </a:rPr>
              <a:t>✦  Responsive design: desktop, tablet &amp; mobile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CAD9E8"/>
                </a:solidFill>
              </a:rPr>
              <a:t>✦  Built as MCA Sem 4 Major Project using modern full-stack technologies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AD9E8"/>
                </a:solidFill>
              </a:rPr>
              <a:t>Slide 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❓ 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2743200" cy="5212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23444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Language Barrier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554480"/>
            <a:ext cx="25146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CAD9E8"/>
                </a:solidFill>
              </a:rPr>
              <a:t>• Independent reporters often lack resources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AD9E8"/>
                </a:solidFill>
              </a:rPr>
              <a:t>• Writing the same story in 3 languages is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AD9E8"/>
                </a:solidFill>
              </a:rPr>
              <a:t>  time-consuming &amp; error-prone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143000"/>
            <a:ext cx="2743200" cy="5212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5848" y="123444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Content Reach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5848" y="1554480"/>
            <a:ext cx="25146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CAD9E8"/>
                </a:solidFill>
              </a:rPr>
              <a:t>• Regional readers miss news due to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AD9E8"/>
                </a:solidFill>
              </a:rPr>
              <a:t>  language limitations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AD9E8"/>
                </a:solidFill>
              </a:rPr>
              <a:t>• No unified portal for tri-lingual content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43000"/>
            <a:ext cx="2743200" cy="5212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123444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Manual Effort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1554480"/>
            <a:ext cx="25146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CAD9E8"/>
                </a:solidFill>
              </a:rPr>
              <a:t>• Translating articles manually takes hours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AD9E8"/>
                </a:solidFill>
              </a:rPr>
              <a:t>• No automation → delayed publication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98280" y="1143000"/>
            <a:ext cx="2743200" cy="5212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08007" y="123444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66E"/>
                </a:solidFill>
              </a:rPr>
              <a:t>Proposed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08007" y="1554480"/>
            <a:ext cx="25146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CAD9E8"/>
                </a:solidFill>
              </a:rPr>
              <a:t>• One-click auto-translation via AI API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AD9E8"/>
                </a:solidFill>
              </a:rPr>
              <a:t>• Single platform serving all 3 languages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AD9E8"/>
                </a:solidFill>
              </a:rPr>
              <a:t>• Minimal manual effort for the reporter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00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AD9E8"/>
                </a:solidFill>
              </a:rPr>
              <a:t>Slide 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🛠 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5577840" cy="5394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⚛ 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50">
                <a:solidFill>
                  <a:srgbClr val="CAD9E8"/>
                </a:solidFill>
              </a:rPr>
              <a:t>React.js v18  –  UI library</a:t>
            </a:r>
          </a:p>
          <a:p>
            <a:pPr>
              <a:spcBef>
                <a:spcPts val="400"/>
              </a:spcBef>
            </a:pPr>
            <a:r>
              <a:rPr sz="1450">
                <a:solidFill>
                  <a:srgbClr val="CAD9E8"/>
                </a:solidFill>
              </a:rPr>
              <a:t>Vite v5       –  Build tool</a:t>
            </a:r>
          </a:p>
          <a:p>
            <a:pPr>
              <a:spcBef>
                <a:spcPts val="400"/>
              </a:spcBef>
            </a:pPr>
            <a:r>
              <a:rPr sz="1450">
                <a:solidFill>
                  <a:srgbClr val="CAD9E8"/>
                </a:solidFill>
              </a:rPr>
              <a:t>Tailwind CSS  –  Styling</a:t>
            </a:r>
          </a:p>
          <a:p>
            <a:pPr>
              <a:spcBef>
                <a:spcPts val="400"/>
              </a:spcBef>
            </a:pPr>
            <a:r>
              <a:rPr sz="1450">
                <a:solidFill>
                  <a:srgbClr val="CAD9E8"/>
                </a:solidFill>
              </a:rPr>
              <a:t>React Router v6  –  Routing</a:t>
            </a:r>
          </a:p>
          <a:p>
            <a:pPr>
              <a:spcBef>
                <a:spcPts val="400"/>
              </a:spcBef>
            </a:pPr>
            <a:r>
              <a:rPr sz="1450">
                <a:solidFill>
                  <a:srgbClr val="CAD9E8"/>
                </a:solidFill>
              </a:rPr>
              <a:t>Axios         –  HTTP client</a:t>
            </a:r>
          </a:p>
          <a:p>
            <a:pPr>
              <a:spcBef>
                <a:spcPts val="400"/>
              </a:spcBef>
            </a:pPr>
            <a:r>
              <a:rPr sz="1450">
                <a:solidFill>
                  <a:srgbClr val="CAD9E8"/>
                </a:solidFill>
              </a:rPr>
              <a:t>i18next       –  i18n / translations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097280"/>
            <a:ext cx="5577840" cy="5394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🖥 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50">
                <a:solidFill>
                  <a:srgbClr val="CAD9E8"/>
                </a:solidFill>
              </a:rPr>
              <a:t>Node.js       –  Runtime</a:t>
            </a:r>
          </a:p>
          <a:p>
            <a:pPr>
              <a:spcBef>
                <a:spcPts val="400"/>
              </a:spcBef>
            </a:pPr>
            <a:r>
              <a:rPr sz="1450">
                <a:solidFill>
                  <a:srgbClr val="CAD9E8"/>
                </a:solidFill>
              </a:rPr>
              <a:t>Express.js    –  Web framework</a:t>
            </a:r>
          </a:p>
          <a:p>
            <a:pPr>
              <a:spcBef>
                <a:spcPts val="400"/>
              </a:spcBef>
            </a:pPr>
            <a:r>
              <a:rPr sz="1450">
                <a:solidFill>
                  <a:srgbClr val="CAD9E8"/>
                </a:solidFill>
              </a:rPr>
              <a:t>MongoDB       –  NoSQL database</a:t>
            </a:r>
          </a:p>
          <a:p>
            <a:pPr>
              <a:spcBef>
                <a:spcPts val="400"/>
              </a:spcBef>
            </a:pPr>
            <a:r>
              <a:rPr sz="1450">
                <a:solidFill>
                  <a:srgbClr val="CAD9E8"/>
                </a:solidFill>
              </a:rPr>
              <a:t>Mongoose      –  ODM / schema</a:t>
            </a:r>
          </a:p>
          <a:p>
            <a:pPr>
              <a:spcBef>
                <a:spcPts val="400"/>
              </a:spcBef>
            </a:pPr>
            <a:r>
              <a:rPr sz="1450">
                <a:solidFill>
                  <a:srgbClr val="CAD9E8"/>
                </a:solidFill>
              </a:rPr>
              <a:t>JWT           –  Authentication</a:t>
            </a:r>
          </a:p>
          <a:p>
            <a:pPr>
              <a:spcBef>
                <a:spcPts val="400"/>
              </a:spcBef>
            </a:pPr>
            <a:r>
              <a:rPr sz="1450">
                <a:solidFill>
                  <a:srgbClr val="CAD9E8"/>
                </a:solidFill>
              </a:rPr>
              <a:t>bcryptjs      –  Password hashing</a:t>
            </a:r>
          </a:p>
          <a:p>
            <a:pPr>
              <a:spcBef>
                <a:spcPts val="400"/>
              </a:spcBef>
            </a:pPr>
            <a:r>
              <a:rPr sz="1450">
                <a:solidFill>
                  <a:srgbClr val="CAD9E8"/>
                </a:solidFill>
              </a:rPr>
              <a:t>Multer        –  File uploads</a:t>
            </a:r>
          </a:p>
          <a:p>
            <a:pPr>
              <a:spcBef>
                <a:spcPts val="400"/>
              </a:spcBef>
            </a:pPr>
            <a:r>
              <a:rPr sz="1450">
                <a:solidFill>
                  <a:srgbClr val="CAD9E8"/>
                </a:solidFill>
              </a:rPr>
              <a:t>LibreTranslate / Google Translate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00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AD9E8"/>
                </a:solidFill>
              </a:rPr>
              <a:t>Slide 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🏗 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097280"/>
            <a:ext cx="941832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1143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CLIENT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5361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9E8"/>
                </a:solidFill>
              </a:rPr>
              <a:t>React.js SPA  •  Vite Dev Server  •  Tailwind CSS  •  i18next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468880"/>
            <a:ext cx="941832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API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077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9E8"/>
                </a:solidFill>
              </a:rPr>
              <a:t>Express.js REST API  •  JWT Middleware  •  Multer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840480"/>
            <a:ext cx="941832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3886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SERVICE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42793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9E8"/>
                </a:solidFill>
              </a:rPr>
              <a:t>Auto-Translation Engine  •  LibreTranslate / Google Translate 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5212080"/>
            <a:ext cx="941832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5257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DATA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56509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9E8"/>
                </a:solidFill>
              </a:rPr>
              <a:t>MongoDB  •  Mongoose ODM  •  File Storage (uploads/)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2103120"/>
            <a:ext cx="201168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3474720"/>
            <a:ext cx="201168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89320" y="4846320"/>
            <a:ext cx="201168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0" y="6400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AD9E8"/>
                </a:solidFill>
              </a:rPr>
              <a:t>Slide 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✨  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3703320" cy="2286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1887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🤖  Auto-Translation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508760"/>
            <a:ext cx="3474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CAD9E8"/>
                </a:solidFill>
              </a:rPr>
              <a:t>Write once, publish in 3 languages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AD9E8"/>
                </a:solidFill>
              </a:rPr>
              <a:t>Powered by Google Translate API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AD9E8"/>
                </a:solidFill>
              </a:rPr>
              <a:t>Fallback: LibreTranslate + MyMemory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AD9E8"/>
                </a:solidFill>
              </a:rPr>
              <a:t>Re-translates on content edit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097280"/>
            <a:ext cx="3703320" cy="2286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1887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🔐  Secure Auth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1508760"/>
            <a:ext cx="3474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CAD9E8"/>
                </a:solidFill>
              </a:rPr>
              <a:t>JWT tokens (7-day expiry)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AD9E8"/>
                </a:solidFill>
              </a:rPr>
              <a:t>bcryptjs password hashing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AD9E8"/>
                </a:solidFill>
              </a:rPr>
              <a:t>Protected reporter routes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AD9E8"/>
                </a:solidFill>
              </a:rPr>
              <a:t>Single-reporter access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097280"/>
            <a:ext cx="3703320" cy="2286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6448" y="11887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🗂  News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1508760"/>
            <a:ext cx="3474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CAD9E8"/>
                </a:solidFill>
              </a:rPr>
              <a:t>Create / Edit / Delete articles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AD9E8"/>
                </a:solidFill>
              </a:rPr>
              <a:t>Publish / Unpublish toggle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AD9E8"/>
                </a:solidFill>
              </a:rPr>
              <a:t>Image upload (5 MB, JPEG/PNG)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AD9E8"/>
                </a:solidFill>
              </a:rPr>
              <a:t>Draft &amp; live status tracking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657600"/>
            <a:ext cx="3703320" cy="2286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374903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🌍  Multilingual UX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4069080"/>
            <a:ext cx="3474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CAD9E8"/>
                </a:solidFill>
              </a:rPr>
              <a:t>Dynamic language switcher in Navbar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AD9E8"/>
                </a:solidFill>
              </a:rPr>
              <a:t>EN / HI / MR with i18next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AD9E8"/>
                </a:solidFill>
              </a:rPr>
              <a:t>Fallback to English if missing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AD9E8"/>
                </a:solidFill>
              </a:rPr>
              <a:t>Persistent language preference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3657600"/>
            <a:ext cx="3703320" cy="2286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0248" y="374903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📱  Responsive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0248" y="4069080"/>
            <a:ext cx="3474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CAD9E8"/>
                </a:solidFill>
              </a:rPr>
              <a:t>Tailwind CSS utility-first design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AD9E8"/>
                </a:solidFill>
              </a:rPr>
              <a:t>Mobile, tablet &amp; desktop layouts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AD9E8"/>
                </a:solidFill>
              </a:rPr>
              <a:t>News card grid layout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AD9E8"/>
                </a:solidFill>
              </a:rPr>
              <a:t>Coverage filter (Local/Nat/Int'l)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657600"/>
            <a:ext cx="3703320" cy="2286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56448" y="374903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📊  Reporter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6448" y="4069080"/>
            <a:ext cx="3474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CAD9E8"/>
                </a:solidFill>
              </a:rPr>
              <a:t>Stats: total / published / draft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AD9E8"/>
                </a:solidFill>
              </a:rPr>
              <a:t>One-click publish toggle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AD9E8"/>
                </a:solidFill>
              </a:rPr>
              <a:t>Quick edit &amp; delete actions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AD9E8"/>
                </a:solidFill>
              </a:rPr>
              <a:t>Manage all articles in one 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00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AD9E8"/>
                </a:solidFill>
              </a:rPr>
              <a:t>Slide 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🗄  Database Schema  (MongoDB)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5394960" cy="5394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👤  Reporter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CAD9E8"/>
                </a:solidFill>
              </a:rPr>
              <a:t>username    :  String (required)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AD9E8"/>
                </a:solidFill>
              </a:rPr>
              <a:t>email       :  String (unique, required)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AD9E8"/>
                </a:solidFill>
              </a:rPr>
              <a:t>password    :  String (hashed via bcrypt)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AD9E8"/>
                </a:solidFill>
              </a:rPr>
              <a:t>createdAt   :  Date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AD9E8"/>
                </a:solidFill>
              </a:rPr>
              <a:t>updatedAt   :  Date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097280"/>
            <a:ext cx="5394960" cy="5394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188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66E"/>
                </a:solidFill>
              </a:rPr>
              <a:t>📰  News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CAD9E8"/>
                </a:solidFill>
              </a:rPr>
              <a:t>baseLanguage  :  enum ['en','hi','mr']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AD9E8"/>
                </a:solidFill>
              </a:rPr>
              <a:t>title.en / .hi / .mr  :  String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AD9E8"/>
                </a:solidFill>
              </a:rPr>
              <a:t>content.en / .hi / .mr  :  String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AD9E8"/>
                </a:solidFill>
              </a:rPr>
              <a:t>coverage  :  'local'|'national'|'int'l'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AD9E8"/>
                </a:solidFill>
              </a:rPr>
              <a:t>category  :  String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AD9E8"/>
                </a:solidFill>
              </a:rPr>
              <a:t>image     :  String (URL / null)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AD9E8"/>
                </a:solidFill>
              </a:rPr>
              <a:t>published :  Boolean (default: false)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AD9E8"/>
                </a:solidFill>
              </a:rPr>
              <a:t>createdAt / updatedAt  : 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00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AD9E8"/>
                </a:solidFill>
              </a:rPr>
              <a:t>Slide 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🔌  RESTful API Endpoints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🔑  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44752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AD9E8"/>
                </a:solidFill>
              </a:rPr>
              <a:t>POST  /api/auth/register   –  Register reporter (one-time)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AD9E8"/>
                </a:solidFill>
              </a:rPr>
              <a:t>POST  /api/auth/login      –  Login &amp; receive JWT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AD9E8"/>
                </a:solidFill>
              </a:rPr>
              <a:t>GET   /api/auth/me         –  Get current reporter info  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34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🌐  Public Endpoints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8211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AD9E8"/>
                </a:solidFill>
              </a:rPr>
              <a:t>GET   /api/news            –  All published news (filter: coverage/lang)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AD9E8"/>
                </a:solidFill>
              </a:rPr>
              <a:t>GET   /api/news/:id        –  Single news article (public)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14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🔒  Protected Endpoints (Reporter)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62272"/>
            <a:ext cx="112471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AD9E8"/>
                </a:solidFill>
              </a:rPr>
              <a:t>GET   /api/news/admin/all  –  All posts incl. drafts  🔒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AD9E8"/>
                </a:solidFill>
              </a:rPr>
              <a:t>POST  /api/news            –  Create + auto-translate  🔒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AD9E8"/>
                </a:solidFill>
              </a:rPr>
              <a:t>PUT   /api/news/:id        –  Update + re-translate    🔒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AD9E8"/>
                </a:solidFill>
              </a:rPr>
              <a:t>DELETE /api/news/:id       –  Delete article           🔒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AD9E8"/>
                </a:solidFill>
              </a:rPr>
              <a:t>PATCH  /api/news/:id/publish –  Toggle publish status  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D66E"/>
                </a:solidFill>
              </a:rPr>
              <a:t>🔒 = JWT token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00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AD9E8"/>
                </a:solidFill>
              </a:rPr>
              <a:t>Slide 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🤖  Auto-Translation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5029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1556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13385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AD9E8"/>
                </a:solidFill>
              </a:rPr>
              <a:t>Reporter writes article in ONE language (EN / HI / MR)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7" y="1600200"/>
            <a:ext cx="91440" cy="246888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847088"/>
            <a:ext cx="5029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86537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88366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AD9E8"/>
                </a:solidFill>
              </a:rPr>
              <a:t>Selects base language from dropdown &amp; clicks Publish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7" y="2350008"/>
            <a:ext cx="91440" cy="246888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596896"/>
            <a:ext cx="5029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61518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6334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AD9E8"/>
                </a:solidFill>
              </a:rPr>
              <a:t>Backend receives payload → calls Translation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7" y="3099815"/>
            <a:ext cx="91440" cy="246888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346704"/>
            <a:ext cx="5029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36499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383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AD9E8"/>
                </a:solidFill>
              </a:rPr>
              <a:t>Google Translate API translates title &amp; content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7" y="3849624"/>
            <a:ext cx="91440" cy="246888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4096511"/>
            <a:ext cx="5029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4114799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133087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AD9E8"/>
                </a:solidFill>
              </a:rPr>
              <a:t>Fallback chain: LibreTranslate → MyMemory API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207" y="4599431"/>
            <a:ext cx="91440" cy="246888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846320"/>
            <a:ext cx="5029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4864607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88289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AD9E8"/>
                </a:solidFill>
              </a:rPr>
              <a:t>All 3 language versions stored in MongoDB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1207" y="5349240"/>
            <a:ext cx="91440" cy="246888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5596128"/>
            <a:ext cx="5029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561441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63270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AD9E8"/>
                </a:solidFill>
              </a:rPr>
              <a:t>Frontend serves content in reader's selected language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00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AD9E8"/>
                </a:solidFill>
              </a:rPr>
              <a:t>Slide 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D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🎯  Conclusion &amp; 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5623560" cy="5212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📌  Achievements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CAD9E8"/>
                </a:solidFill>
              </a:rPr>
              <a:t>✅  Successfully built a trilingual (EN / HI / MR) news portal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AD9E8"/>
                </a:solidFill>
              </a:rPr>
              <a:t>✅  Auto-translation eliminates manual effort — reporter writes once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AD9E8"/>
                </a:solidFill>
              </a:rPr>
              <a:t>✅  Secure JWT authentication for single-reporter model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AD9E8"/>
                </a:solidFill>
              </a:rPr>
              <a:t>✅  RESTful API with full CRUD &amp; image upload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AD9E8"/>
                </a:solidFill>
              </a:rPr>
              <a:t>✅  Responsive, modern UI deployable on Vercel + Railway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097280"/>
            <a:ext cx="5577840" cy="5212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66E"/>
                </a:solidFill>
              </a:rPr>
              <a:t>🚀  Future Enhancements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CAD9E8"/>
                </a:solidFill>
              </a:rPr>
              <a:t>🔮  Full-text search across articles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AD9E8"/>
                </a:solidFill>
              </a:rPr>
              <a:t>🔮  Rich text editor (draft.js / TipTap)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AD9E8"/>
                </a:solidFill>
              </a:rPr>
              <a:t>🔮  Pagination &amp; infinite scroll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AD9E8"/>
                </a:solidFill>
              </a:rPr>
              <a:t>🔮  Cloud image storage (Cloudinary)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AD9E8"/>
                </a:solidFill>
              </a:rPr>
              <a:t>🔮  Reader comments &amp; social sharing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AD9E8"/>
                </a:solidFill>
              </a:rPr>
              <a:t>🔮  Analytics dashboard for reporter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03504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Thank You  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00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AD9E8"/>
                </a:solidFill>
              </a:rPr>
              <a:t>Slide 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